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A6D9BD-A21E-4342-8B9B-1E35FBCD51F6}">
  <a:tblStyle styleId="{57A6D9BD-A21E-4342-8B9B-1E35FBCD51F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4147108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414710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af4147108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62e2f046d_1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62e2f046d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a62e2f046d_1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List what are all the problems/gaps in your problem area</a:t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2e2f046d_1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2e2f046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62e2f046d_1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List down the objectives of your project as bulleted points. Max 3.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This includes the whole work of Phase I and Phase II</a:t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60aaea3d5_1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60aaea3d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60aaea3d5_1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60aaea3d5_1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60aaea3d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60aaea3d5_1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60aaea3d5_1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60aaea3d5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a60aaea3d5_1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Give the below details of the data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IN"/>
              <a:t>Source of Data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IN"/>
              <a:t>Description – number of rows, column names </a:t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With a flow chart/work flow diagram, explain the modules of Phase I and Phase II</a:t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Phase I Workflow or Objectives addressed in Phase I</a:t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Language Used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Package Used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Algorithms Used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Detail the contributions done in Phase I</a:t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Screen shot of acknowledgement proof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Conference/Journal details</a:t>
            </a:r>
            <a:endParaRPr/>
          </a:p>
        </p:txBody>
      </p:sp>
      <p:sp>
        <p:nvSpPr>
          <p:cNvPr id="189" name="Google Shape;189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Result Tables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Result Graphs</a:t>
            </a:r>
            <a:endParaRPr/>
          </a:p>
        </p:txBody>
      </p:sp>
      <p:sp>
        <p:nvSpPr>
          <p:cNvPr id="196" name="Google Shape;196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Bulleted points for Phase II Plan</a:t>
            </a:r>
            <a:endParaRPr/>
          </a:p>
        </p:txBody>
      </p:sp>
      <p:sp>
        <p:nvSpPr>
          <p:cNvPr id="203" name="Google Shape;203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List the references In IEEE format. Minimum 5, Max 10.</a:t>
            </a:r>
            <a:endParaRPr/>
          </a:p>
        </p:txBody>
      </p:sp>
      <p:sp>
        <p:nvSpPr>
          <p:cNvPr id="210" name="Google Shape;210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pngfind.com-kingpin-png-4152286 (1).png"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1914" y="92267"/>
            <a:ext cx="1638301" cy="7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pngfind.com-kingpin-png-4152286 (1).png"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800800" y="4515650"/>
            <a:ext cx="64008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Student Name: Sathish Kumar R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Guide Name: Dr. Meenakshi K </a:t>
            </a:r>
            <a:endParaRPr/>
          </a:p>
        </p:txBody>
      </p:sp>
      <p:sp>
        <p:nvSpPr>
          <p:cNvPr id="88" name="Google Shape;88;p13"/>
          <p:cNvSpPr txBox="1"/>
          <p:nvPr>
            <p:ph type="ctrTitle"/>
          </p:nvPr>
        </p:nvSpPr>
        <p:spPr>
          <a:xfrm>
            <a:off x="685800" y="1164925"/>
            <a:ext cx="7772400" cy="2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Vishnu v1: </a:t>
            </a:r>
            <a:r>
              <a:rPr lang="en-IN"/>
              <a:t>Prototype</a:t>
            </a:r>
            <a:r>
              <a:rPr lang="en-IN"/>
              <a:t>-Oriented </a:t>
            </a:r>
            <a:r>
              <a:rPr lang="en-IN"/>
              <a:t>Distillation for Federated Continual Self-Supervised Vision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Abstract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IN"/>
              <a:t>Vishnu-v1 </a:t>
            </a:r>
            <a:r>
              <a:rPr lang="en-IN"/>
              <a:t>is a privacy-preserving framework enabling continuous self-supervised learning on edge devices. It consolidates evolving knowledge across heterogeneous domains, effectively preserving past representations while reducing communication overhead.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IN"/>
              <a:t>Current AI </a:t>
            </a:r>
            <a:r>
              <a:rPr lang="en-IN"/>
              <a:t>systems</a:t>
            </a:r>
            <a:r>
              <a:rPr lang="en-IN"/>
              <a:t> fail to adapt in real-world scenarios because they rely on static, centralized training that cannot process unlabeled, private data streams without suffering from catastrophic forgetting.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214282" y="2857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Existing Problems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Catastrophic forgetting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Data heterogeneity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Privacy constraints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Limited label availability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Inefficient adaptation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Literature Review</a:t>
            </a:r>
            <a:endParaRPr/>
          </a:p>
        </p:txBody>
      </p:sp>
      <p:graphicFrame>
        <p:nvGraphicFramePr>
          <p:cNvPr id="116" name="Google Shape;116;p17"/>
          <p:cNvGraphicFramePr/>
          <p:nvPr/>
        </p:nvGraphicFramePr>
        <p:xfrm>
          <a:off x="-25" y="147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{57A6D9BD-A21E-4342-8B9B-1E35FBCD51F6}</a:tableStyleId>
              </a:tblPr>
              <a:tblGrid>
                <a:gridCol w="1851325"/>
                <a:gridCol w="1628100"/>
                <a:gridCol w="3719675"/>
                <a:gridCol w="1944875"/>
              </a:tblGrid>
              <a:tr h="263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Paper Title &amp; Venue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Dataset Used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Key Contributions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Other Observations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Communication-Efficient Learning of Deep Networks from Decentralized Data (AISTATS 2017)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MNIST, CIFAR-10, Shakespeare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Introduced FedAvg (Federated Averaging), the baseline algorithm for training across decentralized devices without sharing data.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Catastrophic forgetting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iCaRL: Incremental Classifier and Representation Learning (CVPR 2017)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CIFAR-100, ImageNet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Proposed using Prototypes (class means) and distillation to prevent forgetting new classes.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Violates privacy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A Simple Framework for Contrastive Learning of Visual Representations (SimCLR) (ICML 2020)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ImageNet, CIFAR-10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Proved that simple data augmentation and contrastive loss can learn powerful visual features without labels.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Computationally expensive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Federated Continual Learning with Weighted Inter-Client Transfer (FedWeIT) (ICML 2021)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Split CIFAR-100, mini-ImageNet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Decomposed model weights into global and sparse task-specific parameters to reduce interference between clients.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Minimizes interference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Resource-Aware Federated Self-Supervised Learning with Global Class Representations (NeurIPS 2023)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CIFAR-10, CIFAR-100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Uses knowledge distillation to align diverse client representations with a global anchor model.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Handles non-IID data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Objectives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Develop a framework that enables scalable and privacy-preserving learning.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Achieve robust learning across evolving data distributions.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Ensure efficient long-term knowledge retention while minimizing </a:t>
            </a:r>
            <a:r>
              <a:rPr lang="en-IN"/>
              <a:t>catastrophic</a:t>
            </a:r>
            <a:r>
              <a:rPr lang="en-IN"/>
              <a:t> forgetting.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Proposed Architecture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9" title="proposed 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51474"/>
            <a:ext cx="9144001" cy="502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Proposed Module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Information-Bottlenecked Adapter Module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Projective Feature Orthogonalizer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Distributed Prototype Memory Bank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Prototype-Oriented Distillation Engine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Variational Compression Interface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Timeline</a:t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Dec: Build IBA-Local Adapters &amp; DPM-Bank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Jan: Implement PFO-Reg &amp; POD-Consolidator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Feb: Validation and Ablation Studies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Mar: Finalize Report &amp; Submission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457200" y="714356"/>
            <a:ext cx="8229600" cy="541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t/>
            </a:r>
            <a:endParaRPr sz="8800"/>
          </a:p>
          <a:p>
            <a:pPr indent="-342900" lvl="0" marL="342900" rtl="0" algn="ctr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rPr lang="en-IN" sz="8800"/>
              <a:t>Thank </a:t>
            </a:r>
            <a:r>
              <a:rPr lang="en-IN" sz="8800"/>
              <a:t>You</a:t>
            </a:r>
            <a:endParaRPr sz="8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DataSet Description</a:t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0" y="214290"/>
            <a:ext cx="750095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Proposed Methodology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Algorithm Used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Implementation Details</a:t>
            </a:r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457200" y="274638"/>
            <a:ext cx="690088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Results and Discussion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457200" y="274638"/>
            <a:ext cx="732951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Paper Submission Details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Future Work</a:t>
            </a:r>
            <a:endParaRPr/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